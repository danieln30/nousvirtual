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C3EF06-6725-8B2B-C27F-2038B42012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483B1F-4584-B8E7-461A-CFE9821661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FF533D-6D01-FB9C-DCF9-4C7767A2F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A2931-D04A-4007-A991-1AF782894044}" type="datetimeFigureOut">
              <a:rPr lang="en-AU" smtClean="0"/>
              <a:t>5/09/2025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EF9B7F-5F75-D307-9BBD-537383A30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AD04FA-52FD-DD3B-80A2-6E01EE2C6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F12DA9-4D48-4F9A-AE5A-F7EC819CECA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513456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36BE1-FA05-D9B6-BEF0-D480C15B4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2116DF-4EBD-197B-F167-92314827D4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956297-F564-D771-5C1A-0EA98C458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A2931-D04A-4007-A991-1AF782894044}" type="datetimeFigureOut">
              <a:rPr lang="en-AU" smtClean="0"/>
              <a:t>5/09/2025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D3470C-C601-DF14-08B0-D3AF130F5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54BA88-E4C4-1AC9-4C07-074018624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F12DA9-4D48-4F9A-AE5A-F7EC819CECA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776423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1DC42-135B-E0F6-3F30-DB7AE19C3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E6D645-909E-8476-3D6B-CBB5397E61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F5B59D-38F0-8C89-4622-F826B293F1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A2931-D04A-4007-A991-1AF782894044}" type="datetimeFigureOut">
              <a:rPr lang="en-AU" smtClean="0"/>
              <a:t>5/09/2025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2FCC46-869F-EA82-5405-519EEC66B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9208F6-4C48-2650-A7DD-4729E18D3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F12DA9-4D48-4F9A-AE5A-F7EC819CECA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392780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29E77-E56A-0EE1-50F3-CC65BD935F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0A85B5-C335-8DA3-D7F3-028FD98A5F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CA2DF0-5EB4-5A7B-19BC-4901F69965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2C1E58-0BF5-2B5B-3E73-1F66BC6667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A2931-D04A-4007-A991-1AF782894044}" type="datetimeFigureOut">
              <a:rPr lang="en-AU" smtClean="0"/>
              <a:t>5/09/2025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F5FDBF-6C59-44CC-6EA8-D43FF33A1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550EA6-097E-6F32-F4E6-784A20021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F12DA9-4D48-4F9A-AE5A-F7EC819CECA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195671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1802B-BF94-AC9D-65F0-86F051309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5C9753-857E-0F42-9C65-D13F37196E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E8170C-95F6-516B-FED1-7C5D744C31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5918D5E-8FC4-AEDC-A786-D080578060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356C7A-EA6F-B355-1BFC-E3E6415811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D16EAD4-B0B1-F58F-3D48-3310299C5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A2931-D04A-4007-A991-1AF782894044}" type="datetimeFigureOut">
              <a:rPr lang="en-AU" smtClean="0"/>
              <a:t>5/09/2025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726BCB-02A1-246F-FA0D-E83A9722DF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BB2E99-FABB-EEF1-1B45-EC80C8651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F12DA9-4D48-4F9A-AE5A-F7EC819CECA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313490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F11DD-E9EE-797E-2D00-5533535746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6A7E91-1E31-8847-05EF-BF2DA9029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A2931-D04A-4007-A991-1AF782894044}" type="datetimeFigureOut">
              <a:rPr lang="en-AU" smtClean="0"/>
              <a:t>5/09/2025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1266B0-2707-2928-91FB-E5FFCA37B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661415-172D-992C-AF0B-BEFBB5B36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F12DA9-4D48-4F9A-AE5A-F7EC819CECA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136834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04C8F85-C366-0664-A2E7-70FEFC9BE5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A2931-D04A-4007-A991-1AF782894044}" type="datetimeFigureOut">
              <a:rPr lang="en-AU" smtClean="0"/>
              <a:t>5/09/2025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807D2FC-5A16-223F-E0E4-34CDCE282F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556218-6DD7-2124-BCDF-58D74F2E0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F12DA9-4D48-4F9A-AE5A-F7EC819CECA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17667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F886B-7C08-E672-0F60-148C96D58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E86C19-15D1-8BA7-F039-E3DC1E3B4F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E3181D-582A-6391-7941-905334DFFB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FFBD51-4001-8BBB-A01E-172DBF172F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A2931-D04A-4007-A991-1AF782894044}" type="datetimeFigureOut">
              <a:rPr lang="en-AU" smtClean="0"/>
              <a:t>5/09/2025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9619A5-DAB5-CA68-D572-52F715239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ADC62C-A462-055C-85EA-DF042E253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F12DA9-4D48-4F9A-AE5A-F7EC819CECA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080057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019DA-632A-14E0-DF37-E1470EAB1C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3255AF-49B1-69B4-40EC-68EEFCD06C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16556E-64D0-B1BC-9AEC-E058582B02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D2ADFD-E2F2-6A6E-E646-84127EC2B3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A2931-D04A-4007-A991-1AF782894044}" type="datetimeFigureOut">
              <a:rPr lang="en-AU" smtClean="0"/>
              <a:t>5/09/2025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3C105E-CF0F-DCE5-97C0-46E224B19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3FD865-BBAB-8861-E377-FFC77269B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F12DA9-4D48-4F9A-AE5A-F7EC819CECA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73956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ED47E4-E84A-E628-EBB4-E2BAE1ADF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184701-C675-9095-C7DA-CCB3FF70AF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A50259-9BAD-3DF5-CB9D-1776F028B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A2931-D04A-4007-A991-1AF782894044}" type="datetimeFigureOut">
              <a:rPr lang="en-AU" smtClean="0"/>
              <a:t>5/09/2025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A22DB4-5E07-25ED-F72B-511871FD2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8B6636-11DC-7A7D-B07A-C8B143C7C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F12DA9-4D48-4F9A-AE5A-F7EC819CECA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174074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D658482-B75E-76C9-7B3A-A598BFD14C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3D46D0-0ACA-6D1E-F9DE-6F50C277D8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533A96-25E0-0AF8-95E5-62C2514CA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A2931-D04A-4007-A991-1AF782894044}" type="datetimeFigureOut">
              <a:rPr lang="en-AU" smtClean="0"/>
              <a:t>5/09/2025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F081A8-90E7-4D38-37E9-8B010DEED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8A96D9-7255-6F38-B0D2-C915DF32A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F12DA9-4D48-4F9A-AE5A-F7EC819CECA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928870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E01AFA-7FD2-AECB-BEC0-3F18B2F73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958A87-B940-9EEA-111F-9DAC90CC86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F555F6-761B-884E-B1C9-6A825AB08F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BA2931-D04A-4007-A991-1AF782894044}" type="datetimeFigureOut">
              <a:rPr lang="en-AU" smtClean="0"/>
              <a:t>5/09/2025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321CBF-8F42-70E9-3F0E-288DD5C281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2DC223-1B7B-E387-E091-BAEB41FA1D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F12DA9-4D48-4F9A-AE5A-F7EC819CECA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492938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abs.gov.au/statistics/people/education/schools/latest-release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402DE-9EDE-0A54-8C0B-62CCAA39CC4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AU" dirty="0"/>
              <a:t>Student/Teacher Ratios in Australian Schools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576620-D77B-D584-8124-971E5C41A76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sz="1800" i="1" dirty="0"/>
              <a:t>Data sourced from ABS- </a:t>
            </a:r>
            <a:r>
              <a:rPr lang="en-AU" sz="1800" i="1" dirty="0">
                <a:hlinkClick r:id="rId2"/>
              </a:rPr>
              <a:t>https://www.abs.gov.au/statistics/people/education/schools/latest-release</a:t>
            </a:r>
            <a:r>
              <a:rPr lang="en-AU" sz="1800" i="1" dirty="0"/>
              <a:t> 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12159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6D374-F8F1-BD89-C191-2625C05087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374" y="463449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AU" dirty="0"/>
              <a:t>How do different affiliations of schools in Queensland perform in terms of student/teacher ratios? </a:t>
            </a:r>
            <a:br>
              <a:rPr lang="en-AU" dirty="0"/>
            </a:b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E94E62-9CF6-ECEA-0290-EED5265B52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9374" y="1710354"/>
            <a:ext cx="10515600" cy="1603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1600" dirty="0"/>
              <a:t>Since 2006, Catholic schools have had the highest student to teacher ratio, this being approximately 14 students for each teacher. </a:t>
            </a:r>
          </a:p>
          <a:p>
            <a:pPr marL="0" indent="0">
              <a:buNone/>
            </a:pPr>
            <a:r>
              <a:rPr lang="en-AU" sz="1600" dirty="0"/>
              <a:t>The ratio remained quite stagnant over this period, with it only slightly decreasing in 2015.</a:t>
            </a:r>
          </a:p>
          <a:p>
            <a:pPr marL="0" indent="0">
              <a:buNone/>
            </a:pPr>
            <a:endParaRPr lang="en-AU" sz="16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31CB120-2055-F8C4-61AB-E6373B07DD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0002" y="2960688"/>
            <a:ext cx="6157494" cy="3772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61987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2B549-E3E4-2E0B-B267-DC118E7F1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How do Queensland schools compare to other states?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F809B21-7608-6AB7-1EAE-59FE8CCC70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53721" y="2484408"/>
            <a:ext cx="7468247" cy="40084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C54CC0B-0175-F546-A311-B266D80B856F}"/>
              </a:ext>
            </a:extLst>
          </p:cNvPr>
          <p:cNvSpPr txBox="1"/>
          <p:nvPr/>
        </p:nvSpPr>
        <p:spPr>
          <a:xfrm>
            <a:off x="924232" y="1672039"/>
            <a:ext cx="96651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Queensland has the highest average student teacher ratio, whereas Victoria has the lowest. However, New South Values has the highest observed student teacher ratio.</a:t>
            </a:r>
          </a:p>
        </p:txBody>
      </p:sp>
    </p:spTree>
    <p:extLst>
      <p:ext uri="{BB962C8B-B14F-4D97-AF65-F5344CB8AC3E}">
        <p14:creationId xmlns:p14="http://schemas.microsoft.com/office/powerpoint/2010/main" val="140100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125</Words>
  <Application>Microsoft Office PowerPoint</Application>
  <PresentationFormat>Widescreen</PresentationFormat>
  <Paragraphs>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Student/Teacher Ratios in Australian Schools</vt:lpstr>
      <vt:lpstr>How do different affiliations of schools in Queensland perform in terms of student/teacher ratios?  </vt:lpstr>
      <vt:lpstr>How do Queensland schools compare to other states?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Nazaretian</dc:creator>
  <cp:lastModifiedBy>Daniel Nazaretian</cp:lastModifiedBy>
  <cp:revision>1</cp:revision>
  <dcterms:created xsi:type="dcterms:W3CDTF">2025-09-05T11:58:55Z</dcterms:created>
  <dcterms:modified xsi:type="dcterms:W3CDTF">2025-09-05T12:15:09Z</dcterms:modified>
</cp:coreProperties>
</file>